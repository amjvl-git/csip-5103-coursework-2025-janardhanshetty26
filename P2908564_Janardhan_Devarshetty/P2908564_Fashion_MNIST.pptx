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2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9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65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7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9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1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3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1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4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7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Fashion-MNIST Classification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Janardhan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(P2908564)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Compare ANN (MLP) and CNN performance on the Fashion-MNIST dataset.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70,000 grayscale 28×28 images across 10 clothing categories.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Evaluate model accuracy, generalization, and computational efficiency.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b="1" dirty="0"/>
              <a:t> &amp; Preprocessing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C9F6B-DD95-3698-4747-24C54E1A48D4}"/>
              </a:ext>
            </a:extLst>
          </p:cNvPr>
          <p:cNvSpPr txBox="1"/>
          <p:nvPr/>
        </p:nvSpPr>
        <p:spPr>
          <a:xfrm>
            <a:off x="975643" y="2279176"/>
            <a:ext cx="79772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Fashion-MNIST split into 80% train, 20% validation, and 10k test images.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 the Dataset: Use the Fashion-MNIST dataset available </a:t>
            </a:r>
            <a:r>
              <a:rPr lang="en-US" dirty="0" err="1"/>
              <a:t>torchvision.datasets</a:t>
            </a:r>
            <a:r>
              <a:rPr lang="en-US" dirty="0"/>
              <a:t> (</a:t>
            </a:r>
            <a:r>
              <a:rPr lang="en-US" dirty="0" err="1"/>
              <a:t>PyTorch</a:t>
            </a:r>
            <a:r>
              <a:rPr lang="en-US" dirty="0"/>
              <a:t>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applied to scale pixel values between −1 and 1.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 random cropping and horizontal flipping for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 Implemented in </a:t>
            </a:r>
            <a:r>
              <a:rPr dirty="0" err="1">
                <a:solidFill>
                  <a:schemeClr val="tx1"/>
                </a:solidFill>
              </a:rPr>
              <a:t>PyTorch</a:t>
            </a:r>
            <a:r>
              <a:rPr dirty="0">
                <a:solidFill>
                  <a:schemeClr val="tx1"/>
                </a:solidFill>
              </a:rPr>
              <a:t> with Adam optimizer and </a:t>
            </a:r>
            <a:r>
              <a:rPr dirty="0" err="1">
                <a:solidFill>
                  <a:schemeClr val="tx1"/>
                </a:solidFill>
              </a:rPr>
              <a:t>CrossEntropyLoss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r>
              <a:rPr dirty="0">
                <a:solidFill>
                  <a:schemeClr val="tx1"/>
                </a:solidFill>
              </a:rPr>
              <a:t> Dataset 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</a:t>
            </a:r>
            <a:r>
              <a:rPr dirty="0">
                <a:solidFill>
                  <a:schemeClr val="tx1"/>
                </a:solidFill>
              </a:rPr>
              <a:t> and split 80:20 for training/validation.</a:t>
            </a: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Models: Basic/Improved ANN; Basic/Enhanced CNN.</a:t>
            </a:r>
          </a:p>
          <a:p>
            <a:r>
              <a:rPr dirty="0">
                <a:solidFill>
                  <a:schemeClr val="tx1"/>
                </a:solidFill>
              </a:rPr>
              <a:t> Evaluation: test accuracy, training curves, confusion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05B8B-C037-A64D-83EC-0CBAF6E0CF56}"/>
              </a:ext>
            </a:extLst>
          </p:cNvPr>
          <p:cNvSpPr txBox="1"/>
          <p:nvPr/>
        </p:nvSpPr>
        <p:spPr>
          <a:xfrm>
            <a:off x="784746" y="1859340"/>
            <a:ext cx="68784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ANN (MLP):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hidden layers (256–128 neurons),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ANN: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Added dropout regularization to reduce overfitting.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CNN: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convolutional layers (32 &amp; 64 filters),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CNN: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Dropout for better stability and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IN" b="1" dirty="0"/>
              <a:t>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C42A7D-F199-20C5-EA0B-92ABE40CB345}"/>
              </a:ext>
            </a:extLst>
          </p:cNvPr>
          <p:cNvSpPr txBox="1"/>
          <p:nvPr/>
        </p:nvSpPr>
        <p:spPr>
          <a:xfrm>
            <a:off x="736979" y="1859339"/>
            <a:ext cx="76973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 (learning rate 0.001).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CrossEntropyLoss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Scheduler: Learning rate scheduling used in improved CNN.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Runs on CPU or GPU automatically.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5–30, depending on model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81D78-6F05-E9AD-C4AB-20C50984DF8F}"/>
              </a:ext>
            </a:extLst>
          </p:cNvPr>
          <p:cNvSpPr txBox="1"/>
          <p:nvPr/>
        </p:nvSpPr>
        <p:spPr>
          <a:xfrm>
            <a:off x="767686" y="3849827"/>
            <a:ext cx="76086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achieved higher accuracy and stronger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and normalization improved stability across models.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CA62B97-B96D-EE94-D500-02E72427B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05781"/>
              </p:ext>
            </p:extLst>
          </p:nvPr>
        </p:nvGraphicFramePr>
        <p:xfrm>
          <a:off x="880110" y="187467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609999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144960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44695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Accuracy(%)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86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ANN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MLP(2 Layers,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28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ANN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Dropout Regularization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87.76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845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CNN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Conv Layers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90.85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060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CNN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BatchNorm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Dropout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92.34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04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02DDBE-B771-B1DB-251C-ABB13DB72827}"/>
              </a:ext>
            </a:extLst>
          </p:cNvPr>
          <p:cNvSpPr txBox="1"/>
          <p:nvPr/>
        </p:nvSpPr>
        <p:spPr>
          <a:xfrm>
            <a:off x="361665" y="2321340"/>
            <a:ext cx="90006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outperforms ANN due to spatial feature extraction from images.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generalization and reduce overfitting.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Visually similar classes (e.g., Shirt vs T-shirt, Coat vs Pullover) show reduced confusion in CNN.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MLPs lose spatial information due to flattening, limiting their performance.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0BC33E-35A1-2CDD-CD8D-48CF1608922C}"/>
              </a:ext>
            </a:extLst>
          </p:cNvPr>
          <p:cNvSpPr txBox="1">
            <a:spLocks/>
          </p:cNvSpPr>
          <p:nvPr/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141956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112EE8-AAF7-3D17-B9C6-1D7D02FD5880}"/>
              </a:ext>
            </a:extLst>
          </p:cNvPr>
          <p:cNvSpPr txBox="1"/>
          <p:nvPr/>
        </p:nvSpPr>
        <p:spPr>
          <a:xfrm>
            <a:off x="423082" y="1965960"/>
            <a:ext cx="92804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achieved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92.34% test accuracy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all ANN variants.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better suited for visual pattern recognition tasks.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advanced data augmentation for robustness.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transfer learning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VGG).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learning rate scheduling and hyperparameter tuning for further optimization.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81E069-5BF3-28E6-FB77-948C4DD9F409}"/>
              </a:ext>
            </a:extLst>
          </p:cNvPr>
          <p:cNvSpPr txBox="1">
            <a:spLocks/>
          </p:cNvSpPr>
          <p:nvPr/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7428973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76</TotalTime>
  <Words>412</Words>
  <Application>Microsoft Office PowerPoint</Application>
  <PresentationFormat>On-screen Show (4:3)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Corbel</vt:lpstr>
      <vt:lpstr>Times New Roman</vt:lpstr>
      <vt:lpstr>Basis</vt:lpstr>
      <vt:lpstr>Fashion-MNIST Classification </vt:lpstr>
      <vt:lpstr>Project Overview</vt:lpstr>
      <vt:lpstr>Dataset &amp; Preprocessing</vt:lpstr>
      <vt:lpstr>Methodology</vt:lpstr>
      <vt:lpstr>Model Architectures</vt:lpstr>
      <vt:lpstr>Training Setup</vt:lpstr>
      <vt:lpstr>Results Summary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vesani deepa</dc:creator>
  <cp:keywords/>
  <dc:description>generated using python-pptx</dc:description>
  <cp:lastModifiedBy>vesani deepa</cp:lastModifiedBy>
  <cp:revision>2</cp:revision>
  <dcterms:created xsi:type="dcterms:W3CDTF">2013-01-27T09:14:16Z</dcterms:created>
  <dcterms:modified xsi:type="dcterms:W3CDTF">2025-11-05T15:33:41Z</dcterms:modified>
  <cp:category/>
</cp:coreProperties>
</file>